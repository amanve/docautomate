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528D9-E892-0C25-9F15-5A3A225FE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8A0E7-AB18-48F0-BF86-D38AB433F399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0AEF6-3C56-8D42-AD6F-D2DD342C2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8CCAA-2B49-1556-3805-D7563179F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7A5FA-4D34-4CE4-ACD7-B114EA43C9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865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763B8-FE5D-C04C-B7F4-5B02DF7476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8A0E7-AB18-48F0-BF86-D38AB433F399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DBD8B-F636-4D00-32B9-4F8880068A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A9A9D-002E-5E26-7C38-7FD0F084AF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7A5FA-4D34-4CE4-ACD7-B114EA43C92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4CE6C1-AE45-6AF2-5CCB-3A21528F2E08}"/>
              </a:ext>
            </a:extLst>
          </p:cNvPr>
          <p:cNvSpPr txBox="1"/>
          <p:nvPr userDrawn="1"/>
        </p:nvSpPr>
        <p:spPr>
          <a:xfrm>
            <a:off x="376083" y="249680"/>
            <a:ext cx="3667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Software Changes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5017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35C3912-FFF5-82A3-2A56-0EDC4EA17DC5}"/>
              </a:ext>
            </a:extLst>
          </p:cNvPr>
          <p:cNvSpPr txBox="1"/>
          <p:nvPr/>
        </p:nvSpPr>
        <p:spPr>
          <a:xfrm>
            <a:off x="4729316" y="1847936"/>
            <a:ext cx="194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Is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D6C636-D0F1-F94D-B604-83813AC0F45D}"/>
              </a:ext>
            </a:extLst>
          </p:cNvPr>
          <p:cNvSpPr txBox="1"/>
          <p:nvPr/>
        </p:nvSpPr>
        <p:spPr>
          <a:xfrm>
            <a:off x="6351639" y="1847936"/>
            <a:ext cx="1750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Be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8CD918-DF43-5DAB-AD55-60728BEAD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132283"/>
              </p:ext>
            </p:extLst>
          </p:nvPr>
        </p:nvGraphicFramePr>
        <p:xfrm>
          <a:off x="1704808" y="2393719"/>
          <a:ext cx="5437964" cy="2453585"/>
        </p:xfrm>
        <a:graphic>
          <a:graphicData uri="http://schemas.openxmlformats.org/drawingml/2006/table">
            <a:tbl>
              <a:tblPr/>
              <a:tblGrid>
                <a:gridCol w="533134">
                  <a:extLst>
                    <a:ext uri="{9D8B030D-6E8A-4147-A177-3AD203B41FA5}">
                      <a16:colId xmlns:a16="http://schemas.microsoft.com/office/drawing/2014/main" val="1238998750"/>
                    </a:ext>
                  </a:extLst>
                </a:gridCol>
                <a:gridCol w="1172894">
                  <a:extLst>
                    <a:ext uri="{9D8B030D-6E8A-4147-A177-3AD203B41FA5}">
                      <a16:colId xmlns:a16="http://schemas.microsoft.com/office/drawing/2014/main" val="1361552327"/>
                    </a:ext>
                  </a:extLst>
                </a:gridCol>
                <a:gridCol w="533134">
                  <a:extLst>
                    <a:ext uri="{9D8B030D-6E8A-4147-A177-3AD203B41FA5}">
                      <a16:colId xmlns:a16="http://schemas.microsoft.com/office/drawing/2014/main" val="1200069802"/>
                    </a:ext>
                  </a:extLst>
                </a:gridCol>
                <a:gridCol w="1279522">
                  <a:extLst>
                    <a:ext uri="{9D8B030D-6E8A-4147-A177-3AD203B41FA5}">
                      <a16:colId xmlns:a16="http://schemas.microsoft.com/office/drawing/2014/main" val="421036447"/>
                    </a:ext>
                  </a:extLst>
                </a:gridCol>
                <a:gridCol w="959640">
                  <a:extLst>
                    <a:ext uri="{9D8B030D-6E8A-4147-A177-3AD203B41FA5}">
                      <a16:colId xmlns:a16="http://schemas.microsoft.com/office/drawing/2014/main" val="2413536984"/>
                    </a:ext>
                  </a:extLst>
                </a:gridCol>
                <a:gridCol w="959640">
                  <a:extLst>
                    <a:ext uri="{9D8B030D-6E8A-4147-A177-3AD203B41FA5}">
                      <a16:colId xmlns:a16="http://schemas.microsoft.com/office/drawing/2014/main" val="3094602173"/>
                    </a:ext>
                  </a:extLst>
                </a:gridCol>
              </a:tblGrid>
              <a:tr h="490717">
                <a:tc rowSpan="5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Fan Duty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Very High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281833"/>
                  </a:ext>
                </a:extLst>
              </a:tr>
              <a:tr h="49071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105</a:t>
                      </a:r>
                      <a:endParaRPr lang="en-IN" sz="1100" b="0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4575327"/>
                  </a:ext>
                </a:extLst>
              </a:tr>
              <a:tr h="49071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Medium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100</a:t>
                      </a:r>
                      <a:endParaRPr lang="en-IN" sz="1100" b="0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702858"/>
                  </a:ext>
                </a:extLst>
              </a:tr>
              <a:tr h="49071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378693"/>
                  </a:ext>
                </a:extLst>
              </a:tr>
              <a:tr h="49071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Very Low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418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9047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6FCD9-063A-9CEA-7F19-804CEDEDF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692C997-BF9D-AFF2-698B-F468493EB9BA}"/>
              </a:ext>
            </a:extLst>
          </p:cNvPr>
          <p:cNvSpPr txBox="1"/>
          <p:nvPr/>
        </p:nvSpPr>
        <p:spPr>
          <a:xfrm>
            <a:off x="4729316" y="1847936"/>
            <a:ext cx="194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Is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3B3DE8-DAC3-4A0D-0356-9680956D47D9}"/>
              </a:ext>
            </a:extLst>
          </p:cNvPr>
          <p:cNvSpPr txBox="1"/>
          <p:nvPr/>
        </p:nvSpPr>
        <p:spPr>
          <a:xfrm>
            <a:off x="6351639" y="1847936"/>
            <a:ext cx="1750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Be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35C5C2-C559-3B93-F843-DA9BB819E9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013539"/>
              </p:ext>
            </p:extLst>
          </p:nvPr>
        </p:nvGraphicFramePr>
        <p:xfrm>
          <a:off x="2111479" y="2698953"/>
          <a:ext cx="5095566" cy="1941780"/>
        </p:xfrm>
        <a:graphic>
          <a:graphicData uri="http://schemas.openxmlformats.org/drawingml/2006/table">
            <a:tbl>
              <a:tblPr/>
              <a:tblGrid>
                <a:gridCol w="471812">
                  <a:extLst>
                    <a:ext uri="{9D8B030D-6E8A-4147-A177-3AD203B41FA5}">
                      <a16:colId xmlns:a16="http://schemas.microsoft.com/office/drawing/2014/main" val="3253905680"/>
                    </a:ext>
                  </a:extLst>
                </a:gridCol>
                <a:gridCol w="1132348">
                  <a:extLst>
                    <a:ext uri="{9D8B030D-6E8A-4147-A177-3AD203B41FA5}">
                      <a16:colId xmlns:a16="http://schemas.microsoft.com/office/drawing/2014/main" val="3003525661"/>
                    </a:ext>
                  </a:extLst>
                </a:gridCol>
                <a:gridCol w="283087">
                  <a:extLst>
                    <a:ext uri="{9D8B030D-6E8A-4147-A177-3AD203B41FA5}">
                      <a16:colId xmlns:a16="http://schemas.microsoft.com/office/drawing/2014/main" val="3538905146"/>
                    </a:ext>
                  </a:extLst>
                </a:gridCol>
                <a:gridCol w="1509797">
                  <a:extLst>
                    <a:ext uri="{9D8B030D-6E8A-4147-A177-3AD203B41FA5}">
                      <a16:colId xmlns:a16="http://schemas.microsoft.com/office/drawing/2014/main" val="41363984"/>
                    </a:ext>
                  </a:extLst>
                </a:gridCol>
                <a:gridCol w="849261">
                  <a:extLst>
                    <a:ext uri="{9D8B030D-6E8A-4147-A177-3AD203B41FA5}">
                      <a16:colId xmlns:a16="http://schemas.microsoft.com/office/drawing/2014/main" val="945427912"/>
                    </a:ext>
                  </a:extLst>
                </a:gridCol>
                <a:gridCol w="849261">
                  <a:extLst>
                    <a:ext uri="{9D8B030D-6E8A-4147-A177-3AD203B41FA5}">
                      <a16:colId xmlns:a16="http://schemas.microsoft.com/office/drawing/2014/main" val="2299427800"/>
                    </a:ext>
                  </a:extLst>
                </a:gridCol>
              </a:tblGrid>
              <a:tr h="388356">
                <a:tc rowSpan="5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Zone 1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Z0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7103983"/>
                  </a:ext>
                </a:extLst>
              </a:tr>
              <a:tr h="3883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Z1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0725714"/>
                  </a:ext>
                </a:extLst>
              </a:tr>
              <a:tr h="3883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Z2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774744"/>
                  </a:ext>
                </a:extLst>
              </a:tr>
              <a:tr h="3883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Z3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3599379"/>
                  </a:ext>
                </a:extLst>
              </a:tr>
              <a:tr h="38835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Z4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-1.0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7532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7773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59</Words>
  <Application>Microsoft Office PowerPoint</Application>
  <PresentationFormat>Widescreen</PresentationFormat>
  <Paragraphs>48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 Verma</dc:creator>
  <cp:lastModifiedBy>Aman Verma</cp:lastModifiedBy>
  <cp:revision>10</cp:revision>
  <dcterms:created xsi:type="dcterms:W3CDTF">2026-09-17T03:46:56Z</dcterms:created>
  <dcterms:modified xsi:type="dcterms:W3CDTF">2026-09-22T02:47:33Z</dcterms:modified>
</cp:coreProperties>
</file>