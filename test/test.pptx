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C1DB2-776D-7BC3-B520-FF5B30C89C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423468-BCFF-788F-3B2A-6306C0B872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528D9-E892-0C25-9F15-5A3A225F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0AEF6-3C56-8D42-AD6F-D2DD342C2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8CCAA-2B49-1556-3805-D7563179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865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6CB4-26CC-C196-BE8E-AFE9A9476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13D12-574B-62E0-3344-B9AE0806D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16FC3-39B7-A456-0734-F83D903D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0398C-A926-8FFE-CD38-AA8FA4FC4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2725D-38ED-9055-1AE1-0A0D89BF2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068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FB504-71BD-A52F-B113-1C22363F4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D704B-452D-21A0-D500-FBF2ABB907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E6BE2-45BD-FAD7-7AE8-E672CBD65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89958-62C9-EF3F-CBE8-221E3B5F5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44EBB-7895-7235-DC23-9E330A95D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502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08FD-6A9D-09F1-FFBA-B89A6BA44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EB64A-3BD4-89C6-0929-CED1273A65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AF907D-451B-182E-EC05-F93F13F76C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2551F7-1DC9-8CD2-EB9E-1A9E4009B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D7F7F-2B6F-472F-35AA-62CA2DD73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C097E-25DD-9FDB-880C-208C79D8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1925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1AC1B-F141-AA80-61B8-E77C5E461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24535-30BF-9379-A5CC-35C4771C7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26C648-F48A-6C63-5C45-BB49B4895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7239F-FEE3-4365-5221-4147F4167E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D7129-5CF6-EF12-EB6C-143D7909BA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0DE76E-5AC9-4B0C-0A95-6062E8F23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098800-4839-9720-D59D-00D2102B4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F7C112-6E6D-9015-9BF8-0E910F61E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0394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CAE-4D0B-F3BC-A39F-B3800697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8C9F7-1664-3E92-70E7-6AFA2987F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97977-C6CF-915C-6116-1ACB0D185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68C328-AF80-889E-D05E-115539AE1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135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42EEF5-E738-6B2B-689C-E37EB1058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C56FF0-5BFF-86A1-39F8-8EBF179C9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1C0EC-DF5F-FBF6-C028-A35228B63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3592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417BE-8C8E-9828-1605-2BD3044A6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B0B1A-9D44-7199-111B-C748F7130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0DBA0-5228-1CC4-CBDD-EC88876953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A7872-1742-EA1B-14A8-C4B89174B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EE16B-C9E5-C112-5026-459154157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496DB-D000-62F4-4CA3-9CA39378F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9827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AAC54-6961-5A83-78C4-A912A4FF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C77ADA-995C-76EC-10C1-FFF108981D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3F13EB-E40D-1C17-71A9-FD8CE2AD9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04D20-B8B9-693C-95EF-62E5D5689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DA3BB-C871-20C3-CD1F-600FAB42F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76B6CC-3B83-40F6-34D7-EE971A29C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2926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D2D5A-7E8A-95B8-76C5-C29DF9C3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82138-871D-6CCB-E8A9-16AB94B16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F563C4-FC07-2124-AE61-6135E6043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54388-CC12-F694-ADA1-74748BCF9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2BDE2-2C2F-189F-DB96-7AB0BA16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1598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A45EA1-DB11-4A35-1197-8014BDE5EE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1EE28C-D4A7-1CA4-ADB0-2D3D8948E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DF566-992F-1428-0255-73910810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D0FB37-B47F-FAF2-3741-34A206010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A0726-78D4-C52A-5129-08E59C6E3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3371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41D796-A4C7-B497-750A-3D05C9FD7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47F68-CCEA-CCEA-6A73-D3ED428DA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763B8-FE5D-C04C-B7F4-5B02DF7476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8A0E7-AB18-48F0-BF86-D38AB433F399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DBD8B-F636-4D00-32B9-4F8880068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A9A9D-002E-5E26-7C38-7FD0F084AF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87A5FA-4D34-4CE4-ACD7-B114EA43C9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017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679590-23B1-CF44-34CE-47D685C5C362}"/>
              </a:ext>
            </a:extLst>
          </p:cNvPr>
          <p:cNvSpPr txBox="1"/>
          <p:nvPr/>
        </p:nvSpPr>
        <p:spPr>
          <a:xfrm>
            <a:off x="393290" y="462116"/>
            <a:ext cx="3667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Software Changes</a:t>
            </a:r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EF6DA9C-5DBB-D421-EBC0-D902072D8D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421089"/>
              </p:ext>
            </p:extLst>
          </p:nvPr>
        </p:nvGraphicFramePr>
        <p:xfrm>
          <a:off x="1553496" y="2344558"/>
          <a:ext cx="5751872" cy="1637510"/>
        </p:xfrm>
        <a:graphic>
          <a:graphicData uri="http://schemas.openxmlformats.org/drawingml/2006/table">
            <a:tbl>
              <a:tblPr/>
              <a:tblGrid>
                <a:gridCol w="1437968">
                  <a:extLst>
                    <a:ext uri="{9D8B030D-6E8A-4147-A177-3AD203B41FA5}">
                      <a16:colId xmlns:a16="http://schemas.microsoft.com/office/drawing/2014/main" val="2934545482"/>
                    </a:ext>
                  </a:extLst>
                </a:gridCol>
                <a:gridCol w="1437968">
                  <a:extLst>
                    <a:ext uri="{9D8B030D-6E8A-4147-A177-3AD203B41FA5}">
                      <a16:colId xmlns:a16="http://schemas.microsoft.com/office/drawing/2014/main" val="252834063"/>
                    </a:ext>
                  </a:extLst>
                </a:gridCol>
                <a:gridCol w="1437968">
                  <a:extLst>
                    <a:ext uri="{9D8B030D-6E8A-4147-A177-3AD203B41FA5}">
                      <a16:colId xmlns:a16="http://schemas.microsoft.com/office/drawing/2014/main" val="3721869023"/>
                    </a:ext>
                  </a:extLst>
                </a:gridCol>
                <a:gridCol w="1437968">
                  <a:extLst>
                    <a:ext uri="{9D8B030D-6E8A-4147-A177-3AD203B41FA5}">
                      <a16:colId xmlns:a16="http://schemas.microsoft.com/office/drawing/2014/main" val="2519572056"/>
                    </a:ext>
                  </a:extLst>
                </a:gridCol>
              </a:tblGrid>
              <a:tr h="327502"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Duty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Very High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667985"/>
                  </a:ext>
                </a:extLst>
              </a:tr>
              <a:tr h="327502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105</a:t>
                      </a:r>
                      <a:endParaRPr lang="en-IN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852307"/>
                  </a:ext>
                </a:extLst>
              </a:tr>
              <a:tr h="327502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Medium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100</a:t>
                      </a:r>
                      <a:endParaRPr lang="en-IN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6300536"/>
                  </a:ext>
                </a:extLst>
              </a:tr>
              <a:tr h="327502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Low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537560"/>
                  </a:ext>
                </a:extLst>
              </a:tr>
              <a:tr h="327502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Very Low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5621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35C3912-FFF5-82A3-2A56-0EDC4EA17DC5}"/>
              </a:ext>
            </a:extLst>
          </p:cNvPr>
          <p:cNvSpPr txBox="1"/>
          <p:nvPr/>
        </p:nvSpPr>
        <p:spPr>
          <a:xfrm>
            <a:off x="4729316" y="1847936"/>
            <a:ext cx="1946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Is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D6C636-D0F1-F94D-B604-83813AC0F45D}"/>
              </a:ext>
            </a:extLst>
          </p:cNvPr>
          <p:cNvSpPr txBox="1"/>
          <p:nvPr/>
        </p:nvSpPr>
        <p:spPr>
          <a:xfrm>
            <a:off x="6351639" y="1847936"/>
            <a:ext cx="1750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Be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9047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6FCD9-063A-9CEA-7F19-804CEDED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D39FBB5-C5DD-1C37-F526-009C6A150E18}"/>
              </a:ext>
            </a:extLst>
          </p:cNvPr>
          <p:cNvSpPr txBox="1"/>
          <p:nvPr/>
        </p:nvSpPr>
        <p:spPr>
          <a:xfrm>
            <a:off x="393290" y="462116"/>
            <a:ext cx="3667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Software Changes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92C997-BF9D-AFF2-698B-F468493EB9BA}"/>
              </a:ext>
            </a:extLst>
          </p:cNvPr>
          <p:cNvSpPr txBox="1"/>
          <p:nvPr/>
        </p:nvSpPr>
        <p:spPr>
          <a:xfrm>
            <a:off x="4729316" y="1847936"/>
            <a:ext cx="1946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Is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3B3DE8-DAC3-4A0D-0356-9680956D47D9}"/>
              </a:ext>
            </a:extLst>
          </p:cNvPr>
          <p:cNvSpPr txBox="1"/>
          <p:nvPr/>
        </p:nvSpPr>
        <p:spPr>
          <a:xfrm>
            <a:off x="6351639" y="1847936"/>
            <a:ext cx="1750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Be</a:t>
            </a:r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3BB6A09-01B8-9F51-B317-6B58EA13A8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499794"/>
              </p:ext>
            </p:extLst>
          </p:nvPr>
        </p:nvGraphicFramePr>
        <p:xfrm>
          <a:off x="825909" y="2595715"/>
          <a:ext cx="6587616" cy="2045015"/>
        </p:xfrm>
        <a:graphic>
          <a:graphicData uri="http://schemas.openxmlformats.org/drawingml/2006/table">
            <a:tbl>
              <a:tblPr/>
              <a:tblGrid>
                <a:gridCol w="1646904">
                  <a:extLst>
                    <a:ext uri="{9D8B030D-6E8A-4147-A177-3AD203B41FA5}">
                      <a16:colId xmlns:a16="http://schemas.microsoft.com/office/drawing/2014/main" val="3421220825"/>
                    </a:ext>
                  </a:extLst>
                </a:gridCol>
                <a:gridCol w="1646904">
                  <a:extLst>
                    <a:ext uri="{9D8B030D-6E8A-4147-A177-3AD203B41FA5}">
                      <a16:colId xmlns:a16="http://schemas.microsoft.com/office/drawing/2014/main" val="4151330255"/>
                    </a:ext>
                  </a:extLst>
                </a:gridCol>
                <a:gridCol w="1646904">
                  <a:extLst>
                    <a:ext uri="{9D8B030D-6E8A-4147-A177-3AD203B41FA5}">
                      <a16:colId xmlns:a16="http://schemas.microsoft.com/office/drawing/2014/main" val="2208997586"/>
                    </a:ext>
                  </a:extLst>
                </a:gridCol>
                <a:gridCol w="1646904">
                  <a:extLst>
                    <a:ext uri="{9D8B030D-6E8A-4147-A177-3AD203B41FA5}">
                      <a16:colId xmlns:a16="http://schemas.microsoft.com/office/drawing/2014/main" val="557881536"/>
                    </a:ext>
                  </a:extLst>
                </a:gridCol>
              </a:tblGrid>
              <a:tr h="409003"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Temperature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Zone 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10629"/>
                  </a:ext>
                </a:extLst>
              </a:tr>
              <a:tr h="409003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Zone 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772996"/>
                  </a:ext>
                </a:extLst>
              </a:tr>
              <a:tr h="409003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Zone 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065183"/>
                  </a:ext>
                </a:extLst>
              </a:tr>
              <a:tr h="409003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Zone 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40267"/>
                  </a:ext>
                </a:extLst>
              </a:tr>
              <a:tr h="409003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Zone 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6849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773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55</Words>
  <Application>Microsoft Office PowerPoint</Application>
  <PresentationFormat>Widescreen</PresentationFormat>
  <Paragraphs>38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Aman Verma</dc:creator>
  <cp:lastModifiedBy>Aman Verma</cp:lastModifiedBy>
  <cp:revision>7</cp:revision>
  <dcterms:created xsi:type="dcterms:W3CDTF">2026-09-17T03:46:56Z</dcterms:created>
  <dcterms:modified xsi:type="dcterms:W3CDTF">2026-09-17T04:21:20Z</dcterms:modified>
</cp:coreProperties>
</file>